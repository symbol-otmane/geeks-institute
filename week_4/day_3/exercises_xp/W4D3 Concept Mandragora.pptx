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3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F8F7-202C-40D6-8C7C-C52667AFBC4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2549D-EA21-4233-98A1-ABBFC9F6B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82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F8F7-202C-40D6-8C7C-C52667AFBC4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2549D-EA21-4233-98A1-ABBFC9F6B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18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F8F7-202C-40D6-8C7C-C52667AFBC4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2549D-EA21-4233-98A1-ABBFC9F6B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044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F8F7-202C-40D6-8C7C-C52667AFBC4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2549D-EA21-4233-98A1-ABBFC9F6B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723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F8F7-202C-40D6-8C7C-C52667AFBC4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2549D-EA21-4233-98A1-ABBFC9F6B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90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F8F7-202C-40D6-8C7C-C52667AFBC4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2549D-EA21-4233-98A1-ABBFC9F6B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10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F8F7-202C-40D6-8C7C-C52667AFBC4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2549D-EA21-4233-98A1-ABBFC9F6B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41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F8F7-202C-40D6-8C7C-C52667AFBC4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2549D-EA21-4233-98A1-ABBFC9F6B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79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F8F7-202C-40D6-8C7C-C52667AFBC4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2549D-EA21-4233-98A1-ABBFC9F6B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65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F8F7-202C-40D6-8C7C-C52667AFBC4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2549D-EA21-4233-98A1-ABBFC9F6B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77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F8F7-202C-40D6-8C7C-C52667AFBC4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2549D-EA21-4233-98A1-ABBFC9F6B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6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2F8F7-202C-40D6-8C7C-C52667AFBC4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2549D-EA21-4233-98A1-ABBFC9F6B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91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54" y="0"/>
            <a:ext cx="122145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806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198394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14367"/>
          </a:xfrm>
        </p:spPr>
      </p:pic>
    </p:spTree>
    <p:extLst>
      <p:ext uri="{BB962C8B-B14F-4D97-AF65-F5344CB8AC3E}">
        <p14:creationId xmlns:p14="http://schemas.microsoft.com/office/powerpoint/2010/main" val="4286877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Ismail Maaji</dc:creator>
  <cp:lastModifiedBy>Ismail Maaji</cp:lastModifiedBy>
  <cp:revision>1</cp:revision>
  <dcterms:created xsi:type="dcterms:W3CDTF">2026-01-14T13:34:34Z</dcterms:created>
  <dcterms:modified xsi:type="dcterms:W3CDTF">2026-01-14T13:34:42Z</dcterms:modified>
</cp:coreProperties>
</file>